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4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90" d="100"/>
          <a:sy n="90" d="100"/>
        </p:scale>
        <p:origin x="2814" y="66"/>
      </p:cViewPr>
      <p:guideLst>
        <p:guide orient="horz" pos="384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28AAA-441C-400E-B4AF-09B481504316}" type="datetimeFigureOut">
              <a:rPr lang="es-ES" smtClean="0"/>
              <a:t>10/03/2026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3F51B-3D46-4E7F-848E-522E1E544D0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2158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28AAA-441C-400E-B4AF-09B481504316}" type="datetimeFigureOut">
              <a:rPr lang="es-ES" smtClean="0"/>
              <a:t>10/03/2026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3F51B-3D46-4E7F-848E-522E1E544D0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2148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28AAA-441C-400E-B4AF-09B481504316}" type="datetimeFigureOut">
              <a:rPr lang="es-ES" smtClean="0"/>
              <a:t>10/03/2026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3F51B-3D46-4E7F-848E-522E1E544D0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61657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28AAA-441C-400E-B4AF-09B481504316}" type="datetimeFigureOut">
              <a:rPr lang="es-ES" smtClean="0"/>
              <a:t>10/03/2026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3F51B-3D46-4E7F-848E-522E1E544D0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02333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28AAA-441C-400E-B4AF-09B481504316}" type="datetimeFigureOut">
              <a:rPr lang="es-ES" smtClean="0"/>
              <a:t>10/03/2026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3F51B-3D46-4E7F-848E-522E1E544D0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48546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28AAA-441C-400E-B4AF-09B481504316}" type="datetimeFigureOut">
              <a:rPr lang="es-ES" smtClean="0"/>
              <a:t>10/03/2026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3F51B-3D46-4E7F-848E-522E1E544D0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87105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28AAA-441C-400E-B4AF-09B481504316}" type="datetimeFigureOut">
              <a:rPr lang="es-ES" smtClean="0"/>
              <a:t>10/03/2026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3F51B-3D46-4E7F-848E-522E1E544D0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87675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28AAA-441C-400E-B4AF-09B481504316}" type="datetimeFigureOut">
              <a:rPr lang="es-ES" smtClean="0"/>
              <a:t>10/03/2026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3F51B-3D46-4E7F-848E-522E1E544D0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28115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28AAA-441C-400E-B4AF-09B481504316}" type="datetimeFigureOut">
              <a:rPr lang="es-ES" smtClean="0"/>
              <a:t>10/03/2026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3F51B-3D46-4E7F-848E-522E1E544D0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76550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28AAA-441C-400E-B4AF-09B481504316}" type="datetimeFigureOut">
              <a:rPr lang="es-ES" smtClean="0"/>
              <a:t>10/03/2026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3F51B-3D46-4E7F-848E-522E1E544D0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26881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28AAA-441C-400E-B4AF-09B481504316}" type="datetimeFigureOut">
              <a:rPr lang="es-ES" smtClean="0"/>
              <a:t>10/03/2026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3F51B-3D46-4E7F-848E-522E1E544D0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5275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E28AAA-441C-400E-B4AF-09B481504316}" type="datetimeFigureOut">
              <a:rPr lang="es-ES" smtClean="0"/>
              <a:t>10/03/2026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23F51B-3D46-4E7F-848E-522E1E544D0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20340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DC37FAAE-F858-3859-37B6-E6AD718541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832" y="1898414"/>
            <a:ext cx="6809168" cy="7734684"/>
          </a:xfrm>
        </p:spPr>
        <p:txBody>
          <a:bodyPr>
            <a:normAutofit/>
          </a:bodyPr>
          <a:lstStyle/>
          <a:p>
            <a:r>
              <a:rPr lang="es-ES" sz="2000" b="1" dirty="0"/>
              <a:t>Formulario PFM : Selección del Tema y Grupos</a:t>
            </a:r>
          </a:p>
          <a:p>
            <a:endParaRPr lang="es-ES" u="sng" dirty="0"/>
          </a:p>
          <a:p>
            <a:pPr marL="342900" indent="-342900" algn="l">
              <a:buAutoNum type="arabicPeriod"/>
            </a:pPr>
            <a:r>
              <a:rPr lang="es-ES" sz="1700" b="1" dirty="0"/>
              <a:t>Selección del tema del Proyecto Fin de Máster (TFM)</a:t>
            </a:r>
          </a:p>
          <a:p>
            <a:pPr marL="177800" algn="l"/>
            <a:r>
              <a:rPr lang="es-ES" sz="1400" i="1" dirty="0"/>
              <a:t>Indique el título provisional del PFM o el tema principal que se propone desarrollar.</a:t>
            </a:r>
          </a:p>
          <a:p>
            <a:pPr marL="177800" algn="l"/>
            <a:endParaRPr lang="es-ES" sz="1400" i="1" dirty="0"/>
          </a:p>
          <a:p>
            <a:pPr algn="l"/>
            <a:r>
              <a:rPr lang="en-US" dirty="0"/>
              <a:t>_____________________________________________________ </a:t>
            </a:r>
          </a:p>
          <a:p>
            <a:pPr algn="l"/>
            <a:r>
              <a:rPr lang="en-US" dirty="0"/>
              <a:t> </a:t>
            </a:r>
          </a:p>
          <a:p>
            <a:pPr algn="l"/>
            <a:endParaRPr lang="en-US" dirty="0"/>
          </a:p>
          <a:p>
            <a:pPr algn="l"/>
            <a:r>
              <a:rPr lang="es-ES" sz="1700" b="1" dirty="0"/>
              <a:t>2.   Composición del Grupo</a:t>
            </a:r>
          </a:p>
          <a:p>
            <a:pPr marL="177800" algn="l"/>
            <a:r>
              <a:rPr lang="es-ES" sz="1400" i="1" dirty="0"/>
              <a:t>Indique el nombre completo de todos los componentes del grupo de trabajo. </a:t>
            </a:r>
            <a:endParaRPr lang="es-ES" sz="1500" i="1" dirty="0"/>
          </a:p>
          <a:p>
            <a:pPr algn="l"/>
            <a:r>
              <a:rPr lang="en-US" sz="1500" i="1" dirty="0"/>
              <a:t>_________________________</a:t>
            </a:r>
            <a:r>
              <a:rPr lang="en-US" dirty="0"/>
              <a:t>_____________________________    </a:t>
            </a:r>
            <a:endParaRPr lang="es-ES" dirty="0"/>
          </a:p>
          <a:p>
            <a:pPr algn="l"/>
            <a:r>
              <a:rPr lang="en-US" dirty="0"/>
              <a:t>  </a:t>
            </a:r>
          </a:p>
          <a:p>
            <a:pPr algn="l"/>
            <a:r>
              <a:rPr lang="es-ES" sz="1700" b="1" dirty="0"/>
              <a:t>3. Breve descripción del TFM</a:t>
            </a:r>
          </a:p>
          <a:p>
            <a:pPr algn="l"/>
            <a:r>
              <a:rPr lang="es-ES" sz="1400" i="1" dirty="0"/>
              <a:t>Realice una descripción concisa del trabajo propuesto, especificando los objetivos principales y la temática a abordar (extensión orientativa: 5–8 líneas).</a:t>
            </a:r>
          </a:p>
          <a:p>
            <a:pPr algn="l"/>
            <a:endParaRPr lang="es-ES" sz="1400" i="1" dirty="0"/>
          </a:p>
          <a:p>
            <a:pPr marL="177800" algn="l"/>
            <a:r>
              <a:rPr lang="es-ES" sz="2000" i="1" dirty="0"/>
              <a:t>_____________________________________________</a:t>
            </a:r>
          </a:p>
          <a:p>
            <a:pPr marL="177800" algn="l"/>
            <a:r>
              <a:rPr lang="es-ES" sz="2000" i="1" dirty="0"/>
              <a:t>_____________________________________________</a:t>
            </a:r>
          </a:p>
          <a:p>
            <a:pPr marL="177800" algn="l"/>
            <a:r>
              <a:rPr lang="es-ES" sz="2000" i="1" dirty="0"/>
              <a:t>_____________________________________________</a:t>
            </a:r>
          </a:p>
          <a:p>
            <a:pPr algn="l"/>
            <a:endParaRPr lang="es-ES" dirty="0"/>
          </a:p>
          <a:p>
            <a:endParaRPr lang="es-ES" u="sng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ABF8861-C482-F4A5-E59A-CBA0BCB371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58000" cy="1822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09523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</TotalTime>
  <Words>89</Words>
  <Application>Microsoft Office PowerPoint</Application>
  <PresentationFormat>Panorámica</PresentationFormat>
  <Paragraphs>18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CAMARA5</dc:creator>
  <cp:lastModifiedBy>CAMARA5</cp:lastModifiedBy>
  <cp:revision>2</cp:revision>
  <dcterms:created xsi:type="dcterms:W3CDTF">2026-02-06T07:35:48Z</dcterms:created>
  <dcterms:modified xsi:type="dcterms:W3CDTF">2026-03-10T12:48:44Z</dcterms:modified>
</cp:coreProperties>
</file>